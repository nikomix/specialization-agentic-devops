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B2E5C"/>
                </a:solidFill>
              </a:rPr>
              <a:t>Agentic DevOps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B2E5C"/>
                </a:solidFill>
              </a:rPr>
              <a:t>Offering one-pager - &lt;customer&gt;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SDLC: GHAS adopted; high-severity findings -&gt; 0</a:t>
            </a:r>
          </a:p>
          <a:p>
            <a:pPr/>
            <a:r>
              <a:t>AI-assisted SDLC: Copilot Business/Enterprise + coding agent in production</a:t>
            </a:r>
          </a:p>
          <a:p>
            <a:pPr/>
            <a:r>
              <a:t>Pipeline modernisation: Actions on ARC runners; OIDC to Azure</a:t>
            </a:r>
          </a:p>
          <a:p>
            <a:pPr/>
            <a:r>
              <a:t>Toolchain consolidation: Azure DevOps -&gt; GitHub migration if applicable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In: GHEC tenancy design, GHAS rollout, Copilot rollout, runner platform, agent governance, ADO-&gt;GH migration</a:t>
            </a:r>
          </a:p>
          <a:p>
            <a:pPr/>
            <a:r>
              <a:t>Out: application refactor, end-user training beyond pilot teams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Discovery report + WAF scorecard</a:t>
            </a:r>
          </a:p>
          <a:p>
            <a:pPr/>
            <a:r>
              <a:t>HLD + LLD</a:t>
            </a:r>
          </a:p>
          <a:p>
            <a:pPr/>
            <a:r>
              <a:t>Pilot enablement (one team, 2 sprints)</a:t>
            </a:r>
          </a:p>
          <a:p>
            <a:pPr/>
            <a:r>
              <a:t>Scale-out to 3-5 teams</a:t>
            </a:r>
          </a:p>
          <a:p>
            <a:pPr/>
            <a:r>
              <a:t>Runbook + KT plan + Hypercare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sponsor + platform lead identified</a:t>
            </a:r>
          </a:p>
          <a:p>
            <a:pPr/>
            <a:r>
              <a:t>Read-only admin access to GHEC / Azure DevOps</a:t>
            </a:r>
          </a:p>
          <a:p>
            <a:pPr/>
            <a:r>
              <a:t>License entitlement: Copilot + GHAS + Actions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 &amp; price band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6-12 weeks depending on team count</a:t>
            </a:r>
          </a:p>
          <a:p>
            <a:pPr/>
            <a:r>
              <a:t>Indicative: &lt;price band&gt; - confirmed after qualification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the Customer Qualification Questionnaire</a:t>
            </a:r>
          </a:p>
          <a:p>
            <a:pPr/>
            <a:r>
              <a:t>Book the 2-day Discovery 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