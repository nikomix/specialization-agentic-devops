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B2E5C"/>
                </a:solidFill>
              </a:rPr>
              <a:t>Agentic DevOps - Discovery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B2E5C"/>
                </a:solidFill>
              </a:rPr>
              <a:t>&lt;customer&gt; - Day 1-2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- Day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09:00 Welcome + outcomes</a:t>
            </a:r>
          </a:p>
          <a:p>
            <a:pPr/>
            <a:r>
              <a:t>09:30 Stakeholder map</a:t>
            </a:r>
          </a:p>
          <a:p>
            <a:pPr/>
            <a:r>
              <a:t>10:30 Current-state SDLC walkthrough</a:t>
            </a:r>
          </a:p>
          <a:p>
            <a:pPr/>
            <a:r>
              <a:t>13:30 Pipeline + GHAS baseline tour</a:t>
            </a:r>
          </a:p>
          <a:p>
            <a:pPr/>
            <a:r>
              <a:t>15:00 Identity &amp; access review</a:t>
            </a:r>
          </a:p>
          <a:p>
            <a:pPr/>
            <a:r>
              <a:t>16:00 Copilot adoption signals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- Day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09:00 Target state - reference architecture</a:t>
            </a:r>
          </a:p>
          <a:p>
            <a:pPr/>
            <a:r>
              <a:t>10:30 Agent permission scoping</a:t>
            </a:r>
          </a:p>
          <a:p>
            <a:pPr/>
            <a:r>
              <a:t>13:30 Engagement plan draft</a:t>
            </a:r>
          </a:p>
          <a:p>
            <a:pPr/>
            <a:r>
              <a:t>15:00 Definition of done</a:t>
            </a:r>
          </a:p>
          <a:p>
            <a:pPr/>
            <a:r>
              <a:t>16:00 Next steps + open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3 business outcomes (priority order)</a:t>
            </a:r>
          </a:p>
          <a:p>
            <a:pPr/>
            <a:r>
              <a:t>Measurable success metrics per outcome</a:t>
            </a:r>
          </a:p>
          <a:p>
            <a:pPr/>
            <a:r>
              <a:t>Sponsor signature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Sponsor / decision maker</a:t>
            </a:r>
          </a:p>
          <a:p>
            <a:pPr/>
            <a:r>
              <a:t>Platform lead</a:t>
            </a:r>
          </a:p>
          <a:p>
            <a:pPr/>
            <a:r>
              <a:t>Security lead</a:t>
            </a:r>
          </a:p>
          <a:p>
            <a:pPr/>
            <a:r>
              <a:t>Engineering manager(s) for pilot teams</a:t>
            </a:r>
          </a:p>
          <a:p>
            <a:pPr/>
            <a:r>
              <a:t>Procurement / commercial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Current-state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SCM topology</a:t>
            </a:r>
          </a:p>
          <a:p>
            <a:pPr/>
            <a:r>
              <a:t>CI/CD topology</a:t>
            </a:r>
          </a:p>
          <a:p>
            <a:pPr/>
            <a:r>
              <a:t>Identity + access</a:t>
            </a:r>
          </a:p>
          <a:p>
            <a:pPr/>
            <a:r>
              <a:t>Security tooling</a:t>
            </a:r>
          </a:p>
          <a:p>
            <a:pPr/>
            <a:r>
              <a:t>Pain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metrics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 cycle time</a:t>
            </a:r>
          </a:p>
          <a:p>
            <a:pPr/>
            <a:r>
              <a:t>Green-build rate</a:t>
            </a:r>
          </a:p>
          <a:p>
            <a:pPr/>
            <a:r>
              <a:t>GHAS open findings by severity</a:t>
            </a:r>
          </a:p>
          <a:p>
            <a:pPr/>
            <a:r>
              <a:t>Copilot active-user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state - RA pick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RA-1 GitHub control plane (always)</a:t>
            </a:r>
          </a:p>
          <a:p>
            <a:pPr/>
            <a:r>
              <a:t>RA-2 Self-hosted runners on Azure (if egress / residency)</a:t>
            </a:r>
          </a:p>
          <a:p>
            <a:pPr/>
            <a:r>
              <a:t>RA-3 Copilot coding agent + MCP servers (if scope)</a:t>
            </a:r>
          </a:p>
          <a:p>
            <a:pPr/>
            <a:r>
              <a:t>RA-4 ADO-&gt;GH migration (if scope)</a:t>
            </a:r>
          </a:p>
          <a:p>
            <a:pPr/>
            <a:r>
              <a:t>RA-5 Secure SDLC reference</a:t>
            </a:r>
          </a:p>
          <a:p>
            <a:pPr/>
            <a:r>
              <a:t>RA-6 Agentic release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permission scoping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= dedicated GitHub App (not user PAT)</a:t>
            </a:r>
          </a:p>
          <a:p>
            <a:pPr/>
            <a:r>
              <a:t>Per-repo scope, read-default</a:t>
            </a:r>
          </a:p>
          <a:p>
            <a:pPr/>
            <a:r>
              <a:t>Tool allow-list per MCP server</a:t>
            </a:r>
          </a:p>
          <a:p>
            <a:pPr/>
            <a:r>
              <a:t>Audit trail -&gt; Sentinel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plan v0.1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Workstreams + timeline</a:t>
            </a:r>
          </a:p>
          <a:p>
            <a:pPr/>
            <a:r>
              <a:t>RACI</a:t>
            </a:r>
          </a:p>
          <a:p>
            <a:pPr/>
            <a:r>
              <a:t>Risks + assumptions</a:t>
            </a:r>
          </a:p>
          <a:p>
            <a:pPr/>
            <a:r>
              <a:t>Acceptance criteria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Per-deliverable acceptance criteria</a:t>
            </a:r>
          </a:p>
          <a:p>
            <a:pPr/>
            <a:r>
              <a:t>Engagement-level checklist</a:t>
            </a:r>
          </a:p>
          <a:p>
            <a:pPr/>
            <a:r>
              <a:t>Sign-off 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Discovery report + scorecard within 5 business days</a:t>
            </a:r>
          </a:p>
          <a:p>
            <a:pPr/>
            <a:r>
              <a:t>HLD kick-off date</a:t>
            </a:r>
          </a:p>
          <a:p>
            <a:pPr/>
            <a:r>
              <a:t>Open actions register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